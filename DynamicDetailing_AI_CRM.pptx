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A884"/>
                </a:solidFill>
                <a:latin typeface="Segoe UI"/>
              </a:rPr>
              <a:t>DynamicDetailing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 b="0">
                <a:solidFill>
                  <a:srgbClr val="C8C8C8"/>
                </a:solidFill>
                <a:latin typeface="Segoe UI"/>
              </a:rPr>
              <a:t>Unified Voice &amp; Chat CRM</a:t>
            </a:r>
          </a:p>
          <a:p>
            <a:r>
              <a:rPr sz="2400" b="0">
                <a:solidFill>
                  <a:srgbClr val="C8C8C8"/>
                </a:solidFill>
                <a:latin typeface="Segoe UI"/>
              </a:rPr>
              <a:t>Powered by OmniDimension &amp; n8n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A884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📞 Voice &amp; Text: OmniDimension handles calls &amp; WhatsApp natively.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⚙️ Orchestration: n8n workflow background routing.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📊 Backend: Google Sheets CRM Database.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💻 Frontend: Next.js Dashboard (Phase 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A884"/>
                </a:solidFill>
                <a:latin typeface="Segoe UI"/>
              </a:rPr>
              <a:t>1. The Voice Engine: Code Switching</a:t>
            </a:r>
          </a:p>
        </p:txBody>
      </p:sp>
      <p:pic>
        <p:nvPicPr>
          <p:cNvPr id="3" name="Picture 2" descr="voice_call_active_mockup_17892319534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22860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400" b="0">
                <a:solidFill>
                  <a:srgbClr val="E9EDEF"/>
                </a:solidFill>
                <a:latin typeface="Segoe UI"/>
              </a:rPr>
              <a:t>Hyper-realistic, code-switching conversational AI.</a:t>
            </a:r>
            <a:br/>
            <a:br/>
            <a:r>
              <a:t>The 'Human' Touch:</a:t>
            </a:r>
            <a:br/>
            <a:r>
              <a:t>- Uses Vyavaharikam (Spoken Telugu), not robotic text.</a:t>
            </a:r>
            <a:br/>
            <a:r>
              <a:t>- Code-switches to English for numbers and tech terms.</a:t>
            </a:r>
            <a:br/>
            <a:r>
              <a:t>- Latencies masked with conversational fillers.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A884"/>
                </a:solidFill>
                <a:latin typeface="Segoe UI"/>
              </a:rPr>
              <a:t>2. Text Engine: WhatsApp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Interactive List Message bypassing raw text blocks.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Instead of typing services, the AI sends a structured WhatsApp menu.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Highlight: Paint Protection Film (PPF)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- Provides a premium, app-like experience inside WhatsApp.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A884"/>
                </a:solidFill>
                <a:latin typeface="Segoe UI"/>
              </a:rPr>
              <a:t>3. Text Engine: PPF Booking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Utility Message with Quick Reply Action Buttons.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When a user books PPF, the AI confirms: 'Our manager will call you back.'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Includes interactive buttons: [Cancel] [Call Me Now].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Seamlessly routes high-ticket leads without friction.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A884"/>
                </a:solidFill>
                <a:latin typeface="Segoe UI"/>
              </a:rPr>
              <a:t>4. CRM Orchestration (n8n)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Automated background switch logic via n8n Webhooks.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HANDOFFS: Logged to Sheets + Meta API alerts manager via WhatsApp immediately.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COMPLAINTS: Logged to Sheets + Flagged on Dashboard without buzzing manager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A884"/>
                </a:solidFill>
                <a:latin typeface="Segoe UI"/>
              </a:rPr>
              <a:t>Next Steps: 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Build Next.js React Dashboard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Integrate Google Auth &amp; Sheets API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Migrate to Meta Cloud Business API</a:t>
            </a:r>
          </a:p>
          <a:p>
            <a:pPr>
              <a:spcBef>
                <a:spcPts val="1400"/>
              </a:spcBef>
              <a:spcAft>
                <a:spcPts val="1400"/>
              </a:spcAft>
            </a:pPr>
            <a:r>
              <a:rPr sz="2000" b="0">
                <a:solidFill>
                  <a:srgbClr val="E9EDEF"/>
                </a:solidFill>
                <a:latin typeface="Segoe UI"/>
              </a:rPr>
              <a:t>Live Production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